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ROC-AUC por modelo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2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0.645</c:v>
                </c:pt>
                <c:pt idx="1">
                  <c:v>0.681</c:v>
                </c:pt>
                <c:pt idx="2">
                  <c:v>0.689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Tasa hist. aerolínea</c:v>
                  </c:pt>
                  <c:pt idx="1">
                    <c:v>Hora de salida</c:v>
                  </c:pt>
                  <c:pt idx="2">
                    <c:v>Temporada (Verano)</c:v>
                  </c:pt>
                  <c:pt idx="3">
                    <c:v>Aerolínea (AA)</c:v>
                  </c:pt>
                  <c:pt idx="4">
                    <c:v>Mes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0.302</c:v>
                </c:pt>
                <c:pt idx="1">
                  <c:v>0.196</c:v>
                </c:pt>
                <c:pt idx="2">
                  <c:v>0.186</c:v>
                </c:pt>
                <c:pt idx="3">
                  <c:v>0.055</c:v>
                </c:pt>
                <c:pt idx="4">
                  <c:v>0.033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Presentamos un proyecto completo de ciencia de datos sobre retrasos de vuelos domésticos en EE.UU. Usamos datos REALES del dataset de Kaggle: 500,000 vuelos del año 2015.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real de Kaggle: 500,000 vuelos de 14 aerolíneas y 322 aeropuertos de EE.UU. en 2015. Tasa de retraso real: 18.7%. Los picos ocurren a las 20:00 y en Frontier Airlines.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pipeline sigue 9 tareas en 5 etapas. La clave es el manejo de data leakage: excluimos variables que solo se conocen DESPUÉS del despegue. Las features históricas se calculan únicamente con el training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resultados reales del dataset. El patrón de acumulación de retrasos durante el día es el hallazgo más claro: un vuelo retrasado en la mañana provoca retrasos en cascada en las rotaciones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ganó con ROC-AUC 0.689. El recall de 65.3% significa que el modelo detecta 2 de cada 3 vuelos retrasados. El desbalance de clases (81%/19%) fue manejado con class_weight='balanced'.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tasa histórica de la aerolínea es la variable más importante, seguida por la hora de salida y la temporada. Esto confirma el EDA: el CUÁNDO y QUIÉN opera el vuelo importan más que el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está desplegado públicamente con Docker en Hugging Face Spaces. El predictor usa los modelos entrenados con los datos reales para dar predicciones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tres recomendaciones concretas para aerolíneas, aeropuertos y viajeros. El siguiente paso más impactante es incorporar datos de clima, ya que el R² bajo de la regresión sugiere que los factores climáticos puntuales son responsables de gran parte de la varianza no explicada.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3/deck/icons/plane_white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rot="-1500000">
            <a:off x="8961120" y="41148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9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CIENCIA DE DATOS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2296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Retrasos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Vuelos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real: 500,000 vuelos domésticos EE. UU. (2015)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de la limpieza al dashboard en producción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2015 Flight Delays and Cancellations (Kaggle, usdot/flight-delays)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el Objetivo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4380" y="15316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build3/deck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259" y="170649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4688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retrasos afectan a millones de pasajeros, aumentan costos y generan insatisfacción.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54380" y="33604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/home/claude/build3/deck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59" y="3535299"/>
            <a:ext cx="427482" cy="427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43434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predecir, antes del despegue, (1) si el vuelo se retrasará más de 15 min y (2) cuántos minutos exactos — usando solo información disponible al reservar.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0" y="14630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00800" y="20116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18.7%</a:t>
            </a:r>
            <a:endParaRPr lang="en-US" sz="6400" dirty="0"/>
          </a:p>
        </p:txBody>
      </p:sp>
      <p:sp>
        <p:nvSpPr>
          <p:cNvPr id="11" name="Text 7"/>
          <p:cNvSpPr/>
          <p:nvPr/>
        </p:nvSpPr>
        <p:spPr>
          <a:xfrm>
            <a:off x="6675120" y="3063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vuelos analizados salieron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de 15 min de retraso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949440" y="3931920"/>
            <a:ext cx="4023360" cy="0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0" y="41605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E89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tasa de retraso a las 20:00 (peor hora)</a:t>
            </a:r>
            <a:endParaRPr lang="en-US" sz="2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E89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tasa de retraso de Frontier Airlines (peor aerolínea)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Retrasos de Vuelos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Notebook: 9 Tareas en Google Colab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reproducible — 500,000 vuelos reales, scikit-learn + XGBoost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488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build3/deck/icons/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52044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Limpieza: cancelados, fechas/horas, outliers. 485,950 filas finales.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26080" y="182880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21488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build3/deck/icons/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3134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090672" y="352044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visualizaciones: aerolínea, aeropuerto, mes, hora, día y distribución.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212080" y="182880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88736" y="21488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build3/deck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3134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376672" y="352044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 temporales, de ruta e históricas — sin data leakage.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498080" y="182880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74736" y="21488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build3/deck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3134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62672" y="352044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Random Forest, XGBoost. Evaluación completa + bonus regresión.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784080" y="182880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460736" y="21488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build3/deck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231343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21240" y="306324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Insights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948672" y="352044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importance, permutation importance y recomendaciones.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Retrasos de Vuelos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del EDA</a:t>
            </a:r>
            <a:endParaRPr lang="en-US" sz="3000" dirty="0"/>
          </a:p>
        </p:txBody>
      </p:sp>
      <p:pic>
        <p:nvPicPr>
          <p:cNvPr id="3" name="Image 0" descr="/home/claude/build3/imgs/cell_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7132320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9560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retraso por hora de salida — 500,000 vuelos reales 2015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790688" y="149961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1" descr="/home/claude/build3/deck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328" y="1594256"/>
            <a:ext cx="231343" cy="231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0" y="14173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retrasos se acumulan durante el día: de ~10% a las 6AM llega a 27.5% a las 20:00.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790688" y="257860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2" descr="/home/claude/build3/deck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328" y="2673248"/>
            <a:ext cx="231343" cy="231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2480" y="249631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es el mes con mayor tasa de retraso (21.6%) — efecto del clima invernal.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790688" y="365760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3" descr="/home/claude/build3/deck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328" y="3752240"/>
            <a:ext cx="231343" cy="231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2480" y="3575304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Airlines (28.3%) vs. Hawaiian Airlines (7.4%): diferencia de 21 puntos.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790688" y="473659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4" descr="/home/claude/build3/deck/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5328" y="4831232"/>
            <a:ext cx="231343" cy="231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12480" y="4654296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ORD (26.6%) es el aeropuerto con más retrasos entre los de mayor volumen.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Retrasos de Vuelos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Clasificación: Resultados Reales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retrasa el vuelo más de 15 min? — Partición 80/20 · class_weight='balanced'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4160520"/>
          </a:xfrm>
          <a:prstGeom prst="roundRect">
            <a:avLst>
              <a:gd name="adj" fmla="val 32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MODELO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29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5010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4526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31720" y="5010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0" y="1828800"/>
          <a:ext cx="6949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0" y="4754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18.7% de vuelos retrasados, la accuracy sola es engañosa. Usamos ROC-AUC y Recall para medir qué tan bien el modelo captura los retrasos reales.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Retrasos de Vuelos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Importa, y el Bonus de Regresión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más influyentes — XGBoost (feature importance)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002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32320" y="2148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Regresión: minutos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exactos de retraso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32320" y="3063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 predice cuántos minutos exactos se retrasará un vuelo.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32320" y="3794760"/>
            <a:ext cx="4206240" cy="0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13232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23544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17.7 min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23544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32320" y="50749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R² bajo (0.028) refleja que los minutos exactos dependen de clima e incidentes no capturados en los datos. El modelo de clasificación (sí/no) es más robusto.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Retrasos de Vuelos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Notebook a Producto: el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desplegado en Hugging Face Spaces con Docker — 4 páginas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23774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build3/deck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139" y="255231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756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4688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dataset y del proyecto con las métricas clave.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9380" y="23774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build3/deck/icons/chart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259" y="255231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756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4688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 interactivas filtrables por aerolínea, aeropuerto y mes.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7260" y="46177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build3/deck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39" y="479259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159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7091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un vuelo y obtén probabilidad de retraso + minutos estimados.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9380" y="461772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build3/deck/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259" y="479259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159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7091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comparativas e importancia de variables de los 3 modelos.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huggingface.co/spaces/osky9/Predicting-Flight-Delays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Retrasos de Vuelos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y Próximos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2A3577"/>
          </a:solidFill>
          <a:ln/>
        </p:spPr>
      </p:sp>
      <p:sp>
        <p:nvSpPr>
          <p:cNvPr id="4" name="Shape 2"/>
          <p:cNvSpPr/>
          <p:nvPr/>
        </p:nvSpPr>
        <p:spPr>
          <a:xfrm>
            <a:off x="1965960" y="1691640"/>
            <a:ext cx="731520" cy="731520"/>
          </a:xfrm>
          <a:prstGeom prst="ellipse">
            <a:avLst/>
          </a:prstGeom>
          <a:solidFill>
            <a:srgbClr val="3C4A8C"/>
          </a:solidFill>
          <a:ln/>
        </p:spPr>
      </p:sp>
      <p:pic>
        <p:nvPicPr>
          <p:cNvPr id="5" name="Image 0" descr="/home/claude/build3/deck/icons/plan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Aerolíneas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Airlines y similares: revisar turnaround y ampliar buffer en vuelos de tarde.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4173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2A3577"/>
          </a:solidFill>
          <a:ln/>
        </p:spPr>
      </p:sp>
      <p:sp>
        <p:nvSpPr>
          <p:cNvPr id="9" name="Shape 6"/>
          <p:cNvSpPr/>
          <p:nvPr/>
        </p:nvSpPr>
        <p:spPr>
          <a:xfrm>
            <a:off x="5577840" y="1691640"/>
            <a:ext cx="731520" cy="731520"/>
          </a:xfrm>
          <a:prstGeom prst="ellipse">
            <a:avLst/>
          </a:prstGeom>
          <a:solidFill>
            <a:srgbClr val="3C4A8C"/>
          </a:solidFill>
          <a:ln/>
        </p:spPr>
      </p:sp>
      <p:pic>
        <p:nvPicPr>
          <p:cNvPr id="10" name="Image 1" descr="/home/claude/build3/deck/icons/buil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Aeropuertos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628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 (Chicago): reforzar personal entre 15:00–21:00 y en meses pico (feb, verano).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863840" y="14173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2A3577"/>
          </a:solidFill>
          <a:ln/>
        </p:spPr>
      </p:sp>
      <p:sp>
        <p:nvSpPr>
          <p:cNvPr id="14" name="Shape 10"/>
          <p:cNvSpPr/>
          <p:nvPr/>
        </p:nvSpPr>
        <p:spPr>
          <a:xfrm>
            <a:off x="9189720" y="1691640"/>
            <a:ext cx="731520" cy="731520"/>
          </a:xfrm>
          <a:prstGeom prst="ellipse">
            <a:avLst/>
          </a:prstGeom>
          <a:solidFill>
            <a:srgbClr val="3C4A8C"/>
          </a:solidFill>
          <a:ln/>
        </p:spPr>
      </p:sp>
      <p:pic>
        <p:nvPicPr>
          <p:cNvPr id="15" name="Image 2" descr="/home/claude/build3/deck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Viajeros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3816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vuelos matutinos y Hawaiian Airlines. Agregar margen en conexiones.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023360"/>
            <a:ext cx="1088136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080" y="4572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con el dataset completo (5.8M vuelos) para mayor precisión.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de clima — principal factor no capturado.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SHAP para interpretación por predicción individual.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2636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2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63640" y="4572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huggingface.co/spaces/osky9/Predicting-Flight-Delays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25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kaggle.com/datasets/usdot/flight-delays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Retrasos de Vuelos</dc:title>
  <dc:subject>PptxGenJS Presentation</dc:subject>
  <dc:creator>PptxGenJS</dc:creator>
  <cp:lastModifiedBy>PptxGenJS</cp:lastModifiedBy>
  <cp:revision>1</cp:revision>
  <dcterms:created xsi:type="dcterms:W3CDTF">2026-06-22T23:36:08Z</dcterms:created>
  <dcterms:modified xsi:type="dcterms:W3CDTF">2026-06-22T23:36:08Z</dcterms:modified>
</cp:coreProperties>
</file>